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8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11" Type="http://schemas.openxmlformats.org/officeDocument/2006/relationships/image" Target="../media/image5.png"/><Relationship Id="rId10" Type="http://schemas.openxmlformats.org/officeDocument/2006/relationships/image" Target="../media/image14.png"/><Relationship Id="rId12" Type="http://schemas.openxmlformats.org/officeDocument/2006/relationships/image" Target="../media/image11.png"/><Relationship Id="rId9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0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8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95475" y="2332732"/>
            <a:ext cx="8401050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【緊急】GitLab セキュリティ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 アップデート実施のご提案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4081462"/>
            <a:ext cx="9525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095500" y="4386262"/>
            <a:ext cx="8001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重大な「アカウント乗っ取り」脆弱性への対応と承認依頼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95500" y="5193952"/>
            <a:ext cx="8001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Self-Managed版 環境向け緊急対応資料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1284982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44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2346870"/>
            <a:ext cx="555069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何が起きているのか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5441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6592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57250" y="2809726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通常時: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パスワード再設定メールは「登録された本人のアドレス」のみに送信されます。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3562201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脆弱性: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システムへの指示を書き換えることで、「被害者」と「攻撃者」の</a:t>
            </a: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両方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にメールを送らせることが可能です。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4314676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結果: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攻撃者は自分に届いたメールのリンクを使い、被害者のパスワードを強制的に上書きし、乗っ取りを完了させます。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脆弱性の実態：パスワードリセット機能の悪用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82877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8125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33726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93577"/>
            <a:ext cx="3492549" cy="3331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93577"/>
            <a:ext cx="3492549" cy="3331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93577"/>
            <a:ext cx="3492549" cy="3331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48885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357580" y="3441352"/>
            <a:ext cx="192024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ユーザー操作不要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66775" y="3858517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フィッシング詐欺のようにURLをクリックする必要がありません。社員が休暇中や就寝中であっても、裏で勝手にアカウントが奪われます。(Zero-Click攻撃)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48885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4895850" y="3441352"/>
            <a:ext cx="2400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メアドだけで攻撃可能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45074" y="3858517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高度なハッキング技術は不要です。名刺などで公開されている「会社のメールアドレス」さえ知っていれば、誰でも攻撃対象になります。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299" y="248885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9019192" y="3441352"/>
            <a:ext cx="171021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深刻度 "Critical"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23374" y="3858517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国際的なセキュリティ評価基準（CVSS）において、10点満点中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9.1</a:t>
            </a:r>
            <a:r>
              <a:rPr b="0"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という最高レベルの危険度「Critical」に判定されています。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31950" y="264125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67400" y="264125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45699" y="264125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なぜ「緊急対応」が必要なのか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251995"/>
            <a:ext cx="4953000" cy="83433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571500"/>
            <a:ext cx="500062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放置した場合の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15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 ビジネスリスク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571500"/>
            <a:ext cx="57150" cy="959941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2017365"/>
            <a:ext cx="5200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機密情報の流出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248215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開発中のソースコード、設計書、顧客リストなどが外部に持ち出され、競争力の低下や法的責任を問われる恐れがあります。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" y="3634680"/>
            <a:ext cx="5200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サプライチェーン攻撃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71500" y="409947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当社のコードにウイルスを混入され、納品先の顧客システムへ被害を拡大させる「踏み台」にされるリスクがあります。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26890"/>
            <a:ext cx="2667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644205"/>
            <a:ext cx="2667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800100" y="5394870"/>
            <a:ext cx="4533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81337"/>
                </a:solidFill>
                <a:latin typeface="Roboto"/>
                <a:ea typeface="Roboto"/>
                <a:cs typeface="Roboto"/>
                <a:sym typeface="Roboto"/>
              </a:rPr>
              <a:t>Self-Managed版のため、我々が手を動かさない限り脆弱性は放置されたままです。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0100" y="5442495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0158"/>
            <a:ext cx="5286375" cy="3758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80158"/>
            <a:ext cx="5286375" cy="375850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962025" y="2370683"/>
            <a:ext cx="4730591" cy="339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803D"/>
                </a:solidFill>
                <a:latin typeface="Roboto"/>
                <a:ea typeface="Roboto"/>
                <a:cs typeface="Roboto"/>
                <a:sym typeface="Roboto"/>
              </a:rPr>
              <a:t>対応策: 修正パッチの適用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962025" y="2785913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962025" y="2995463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既にリリースされている修正版（v16.7.2等）へアップデートを行います。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62025" y="3795563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これにより、メール送信先が「登録ユーザー1名」に厳格に限定され、システムレベルで攻撃を完全に遮断できます。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62025" y="4900463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効果: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リスクの完全な排除。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24650" y="2370683"/>
            <a:ext cx="4730591" cy="339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承認のお願い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6724650" y="2785913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724650" y="2995463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以下のリソースとスケジュールの承認をお願いします。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38973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389733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7010400" y="3795563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作業工数: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エンジニア X名 / X人日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7010400" y="4243238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システム停止: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X時間（夜間・休日実施）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010400" y="4690913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実施時期: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可及的速やかに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推奨アクションと実施計画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381461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426228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470996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/>
          <p:nvPr/>
        </p:nvSpPr>
        <p:spPr>
          <a:xfrm>
            <a:off x="571500" y="298043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99482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571500" y="37556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571500" y="37556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0" name="Google Shape;18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84252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1298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1952625" y="3123307"/>
            <a:ext cx="96678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https://is.docs.wso2.com/en/6.1.0/assets/img/deploy/authorization-code-grant-type-flow.png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952625" y="3369022"/>
            <a:ext cx="9667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is.docs.wso2.com</a:t>
            </a:r>
            <a:endParaRPr/>
          </a:p>
        </p:txBody>
      </p:sp>
      <p:pic>
        <p:nvPicPr>
          <p:cNvPr descr="image.png" id="184" name="Google Shape;18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40137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1952625" y="3908077"/>
            <a:ext cx="96678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https://media.istockphoto.com/id/1349106104/vector/data-breach-concept-internet-security.jpg?s=612x612&amp;w=0&amp;k=20&amp;c=IEnVOwWAyaOJJthCcS36AQj897N68GS6AYBLSQYSF38=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952625" y="4351883"/>
            <a:ext cx="9667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www.istockphoto.com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Image Sources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